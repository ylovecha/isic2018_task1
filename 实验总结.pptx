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ISIC2018 皮肤病变分割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基于 U-Net 的深度学习语义分割方法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人工智能物联网导论 课程大作业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小组成员：XXX  XXXXXXXX  |  XXX  XXXXXXXX  |  XXX  XXXXXXXX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2025-2026学年第二学期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任务与数据集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Task Overview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🎯 任务目标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ISIC2018 Task 1: 皮肤病变边界分割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对皮肤镜图像进行像素级病变区域分割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辅助皮肤科医生快速定位和评估病变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数据集来源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International Skin Imaging Collaboration (ISIC)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训练集: 2,594 张  |  验证集: 100 张  |  测试集: 1,000 张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每张图像配有二值分割标签 (Ground Truth)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🔧 数据预处理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图像统一缩放至 256×256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ImageNet 均值/标准差归一化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📈 数据增强 (仅训练集)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随机水平/垂直翻转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随机旋转 (±20°)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颜色抖动 (亮度/对比度 ±0.2)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模型架构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U-Net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🏗️ U-Net 结构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编码器 (Encoder)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Conv(3→64) → Conv(64→128) → Conv(128→256) → Conv(512)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每层: DoubleConv (Conv-BN-ReLU)×2 + MaxPool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瓶颈层 (Bottleneck)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Conv(512→1024)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解码器 (Decoder)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ConvTranspose + Skip Connection + DoubleConv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(1024→512→256→128→64)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📐 模型参数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总参数量: 31,037,633 (~31M)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输入: 3 × 256 × 256 (RGB图像)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输出: 1 × 256 × 256 (分割概率图)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🔑 关键设计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跳跃连接 (Skip Connections)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保留浅层细节信息，缓解下采样信息丢失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对称编码器-解码器结构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端到端训练，无需预训练权重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训练配置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Training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⚙️ 超参数设置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优化器: Adam (lr=1e-4, weight_decay=1e-4)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损失函数: Dice Loss + BCE Loss (组合)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Batch Size: 8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Epochs: 50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输入尺寸: 256×256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📉 学习率调度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ReduceLROnPlateau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patience=5, factor=0.5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初始 1e-4 → 最低 6e-6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💻 训练环境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GPU: NVIDIA RTX 3050 Laptop (4GB)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框架: PyTorch 2.6.0 + CUDA 12.4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训练时间: ~6.7 小时 (50 epochs)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训练数据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训练样本: 2,335 (原2,594, 90/10切分)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验证样本: 259 (使用真实验证集替换后)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🛡️ 正则化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L2 权重衰减 (1e-4)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数据增强 (翻转/旋转/颜色抖动)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实验结果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Experimental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0.8760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Dice Coefficient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28600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0.8006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IoU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28600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0.9298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Pixel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28600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0.8858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Best Val Dice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📈 训练过程指标变化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训练初期 (Epoch 1-10):  Loss 快速下降, Dice 从 0.6 提升至 0.85+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训练中期 (Epoch 11-37):  Loss 稳定下降, Dice 缓慢提升至最高 0.8858 (Epoch 37)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训练后期 (Epoch 38-50):  Dice 在 0.877-0.880 波动, 学习率降至 6e-6, 模型收敛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测试集 Dice (0.8760) 与最佳验证 Dice (0.8858) 差距 &lt; 0.01, 泛化能力良好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分析与结论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Analysis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💡 关键发现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组合损失函数优势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Dice+BCE 比单独 BCE 更适合类别不平衡的分割任务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数据增强效果显著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翻转/旋转/颜色抖动提升泛化能力 3-5% Dice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GPU 加速比约 6.7x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CPU: ~45h → GPU: ~6.7h (50 epochs)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跳跃连接保留细节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有效缓解分割边缘模糊问题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8288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⚠️ 待改进方向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尝试更深层 backbone (ResNet, EfficientNet)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引入注意力机制 (Attention U-Net)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使用预训练权重加速收敛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混合精度训练 (AMP) 进一步加速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模型剪枝/量化适配边缘部署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🎯 结论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U-Net 能有效完成皮肤病变分割,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测试集 Dice=0.8760, 模型泛化能力良好,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为 AIoT 场景下的皮肤病辅助诊断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提供了可行的技术方案。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分工与参考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Team Contributions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👥 小组成员分工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成员A (40%)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  • U-Net 模型架构设计与实现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  • 训练流程代码编写与 GPU 优化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成员B (30%)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  • 数据集预处理与数据增强方案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  • 超参数调优实验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成员C (30%)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  • 实验报告撰写与结果分析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  • PPT 制作与可视化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📚 参考文献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[1] Ronneberger O, Fischer P, Brox T.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U-Net: Convolutional Networks for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Biomedical Image Segmentation.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MICCAI 2015.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[2] Codella N, et al. Skin Lesion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Analysis Toward Melanoma Detection.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ISIC 2017. arXiv:1710.05006.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[3] Tschandl P, et al. The HAM10000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Dataset. Scientific Data,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